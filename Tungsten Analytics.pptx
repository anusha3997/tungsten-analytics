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EDBC061F-B75B-473B-9FA6-62438C48DED9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Tungsten Analytics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6C6A72F7-7AE8-4C01-947D-B1B2769D6AD7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6/22/26 7:32:09 PM MDT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ungsten Gaming Store" id="2" name="slide2">
            <a:extLst>
              <a:ext uri="{FF2B5EF4-FFF2-40B4-BE49-F238E27FC236}">
                <a16:creationId xmlns:a16="http://schemas.microsoft.com/office/drawing/2014/main" id="{698836AF-9F3F-42BA-80F9-E7FCEF98E1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2026-06-23T01:32:09Z</dcterms:created>
  <dcterms:modified xsi:type="dcterms:W3CDTF">2026-06-23T01:32:09Z</dcterms:modified>
</cp:coreProperties>
</file>